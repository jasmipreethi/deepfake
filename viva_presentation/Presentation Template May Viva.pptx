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23" r:id="rId1"/>
  </p:sldMasterIdLst>
  <p:notesMasterIdLst>
    <p:notesMasterId r:id="rId8"/>
  </p:notesMasterIdLst>
  <p:sldIdLst>
    <p:sldId id="256" r:id="rId2"/>
    <p:sldId id="257" r:id="rId3"/>
    <p:sldId id="264" r:id="rId4"/>
    <p:sldId id="258" r:id="rId5"/>
    <p:sldId id="263" r:id="rId6"/>
    <p:sldId id="262" r:id="rId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89"/>
  </p:normalViewPr>
  <p:slideViewPr>
    <p:cSldViewPr snapToGrid="0" snapToObjects="1">
      <p:cViewPr varScale="1">
        <p:scale>
          <a:sx n="119" d="100"/>
          <a:sy n="119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EF76B9-E9FF-774A-9E46-0D0B90BADCB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59FAF-E61A-7A48-A763-A09040C7C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24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59FAF-E61A-7A48-A763-A09040C7CE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76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"/>
          <p:cNvSpPr/>
          <p:nvPr/>
        </p:nvSpPr>
        <p:spPr>
          <a:xfrm>
            <a:off x="533400" y="3340100"/>
            <a:ext cx="11126338" cy="9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xfrm>
            <a:off x="533400" y="927100"/>
            <a:ext cx="11118850" cy="2235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33400" y="3524250"/>
            <a:ext cx="11118850" cy="7175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1800"/>
            </a:lvl1pPr>
            <a:lvl2pPr marL="0" indent="114300">
              <a:spcBef>
                <a:spcPts val="0"/>
              </a:spcBef>
              <a:buSzTx/>
              <a:buFontTx/>
              <a:buNone/>
              <a:defRPr sz="1800"/>
            </a:lvl2pPr>
            <a:lvl3pPr marL="0" indent="228600">
              <a:spcBef>
                <a:spcPts val="0"/>
              </a:spcBef>
              <a:buSzTx/>
              <a:buFontTx/>
              <a:buNone/>
              <a:defRPr sz="1800"/>
            </a:lvl3pPr>
            <a:lvl4pPr marL="0" indent="342900">
              <a:spcBef>
                <a:spcPts val="0"/>
              </a:spcBef>
              <a:buSzTx/>
              <a:buFontTx/>
              <a:buNone/>
              <a:defRPr sz="1800"/>
            </a:lvl4pPr>
            <a:lvl5pPr marL="0" indent="457200">
              <a:spcBef>
                <a:spcPts val="0"/>
              </a:spcBef>
              <a:buSzTx/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1CD0D5-FF76-481F-BEA3-056E909F54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211519"/>
      </p:ext>
    </p:extLst>
  </p:cSld>
  <p:clrMapOvr>
    <a:masterClrMapping/>
  </p:clrMapOvr>
  <p:transition spd="med"/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xfrm>
            <a:off x="533400" y="2311400"/>
            <a:ext cx="11118850" cy="2235200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D0CFCF-026F-41BD-877C-8716D3728C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277597"/>
      </p:ext>
    </p:extLst>
  </p:cSld>
  <p:clrMapOvr>
    <a:masterClrMapping/>
  </p:clrMapOvr>
  <p:transition spd="med"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95240"/>
      </p:ext>
    </p:extLst>
  </p:cSld>
  <p:clrMapOvr>
    <a:masterClrMapping/>
  </p:clrMapOvr>
  <p:transition spd="med"/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0"/>
      </p:ext>
    </p:extLst>
  </p:cSld>
  <p:clrMapOvr>
    <a:masterClrMapping/>
  </p:clrMapOvr>
  <p:transition spd="med"/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Line"/>
          <p:cNvSpPr/>
          <p:nvPr/>
        </p:nvSpPr>
        <p:spPr>
          <a:xfrm>
            <a:off x="533400" y="1384300"/>
            <a:ext cx="4756306" cy="9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75" name="Image"/>
          <p:cNvSpPr>
            <a:spLocks noGrp="1"/>
          </p:cNvSpPr>
          <p:nvPr>
            <p:ph type="pic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76" name="Title Text"/>
          <p:cNvSpPr txBox="1">
            <a:spLocks noGrp="1"/>
          </p:cNvSpPr>
          <p:nvPr>
            <p:ph type="title"/>
          </p:nvPr>
        </p:nvSpPr>
        <p:spPr>
          <a:xfrm>
            <a:off x="533400" y="234950"/>
            <a:ext cx="4762500" cy="984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3400" y="1562100"/>
            <a:ext cx="4762500" cy="468630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2100"/>
              </a:spcBef>
              <a:defRPr sz="1800"/>
            </a:lvl1pPr>
            <a:lvl2pPr marL="457200" indent="-228600">
              <a:spcBef>
                <a:spcPts val="2100"/>
              </a:spcBef>
              <a:defRPr sz="1800"/>
            </a:lvl2pPr>
            <a:lvl3pPr marL="685800" indent="-228600">
              <a:spcBef>
                <a:spcPts val="2100"/>
              </a:spcBef>
              <a:defRPr sz="1800"/>
            </a:lvl3pPr>
            <a:lvl4pPr marL="914400" indent="-228600">
              <a:spcBef>
                <a:spcPts val="2100"/>
              </a:spcBef>
              <a:defRPr sz="1800"/>
            </a:lvl4pPr>
            <a:lvl5pPr marL="1143000" indent="-228600">
              <a:spcBef>
                <a:spcPts val="21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78822" y="6439108"/>
            <a:ext cx="243656" cy="241092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53E92E-F1D0-4772-B61D-A6CDF71DF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0" y="6234657"/>
            <a:ext cx="1371600" cy="60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181655"/>
      </p:ext>
    </p:extLst>
  </p:cSld>
  <p:clrMapOvr>
    <a:masterClrMapping/>
  </p:clrMapOvr>
  <p:transition spd="med"/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Body Level One…"/>
          <p:cNvSpPr txBox="1">
            <a:spLocks noGrp="1"/>
          </p:cNvSpPr>
          <p:nvPr>
            <p:ph type="body" idx="1"/>
          </p:nvPr>
        </p:nvSpPr>
        <p:spPr>
          <a:xfrm>
            <a:off x="831850" y="622300"/>
            <a:ext cx="10515600" cy="56007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D907DE-94A5-4512-A76B-5E0B9B1006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79209"/>
      </p:ext>
    </p:extLst>
  </p:cSld>
  <p:clrMapOvr>
    <a:masterClrMapping/>
  </p:clrMapOvr>
  <p:transition spd="med"/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Line"/>
          <p:cNvSpPr/>
          <p:nvPr/>
        </p:nvSpPr>
        <p:spPr>
          <a:xfrm flipH="1">
            <a:off x="7905870" y="355600"/>
            <a:ext cx="1" cy="557180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96" name="Line"/>
          <p:cNvSpPr/>
          <p:nvPr/>
        </p:nvSpPr>
        <p:spPr>
          <a:xfrm>
            <a:off x="7905750" y="3138785"/>
            <a:ext cx="3881543" cy="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97" name="Image"/>
          <p:cNvSpPr>
            <a:spLocks noGrp="1"/>
          </p:cNvSpPr>
          <p:nvPr>
            <p:ph type="pic" sz="quarter" idx="13"/>
          </p:nvPr>
        </p:nvSpPr>
        <p:spPr>
          <a:xfrm>
            <a:off x="8007350" y="3251200"/>
            <a:ext cx="3784600" cy="26733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98" name="Image"/>
          <p:cNvSpPr>
            <a:spLocks noGrp="1"/>
          </p:cNvSpPr>
          <p:nvPr>
            <p:ph type="pic" sz="quarter" idx="14"/>
          </p:nvPr>
        </p:nvSpPr>
        <p:spPr>
          <a:xfrm>
            <a:off x="8007350" y="354603"/>
            <a:ext cx="3784600" cy="267335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99" name="Image"/>
          <p:cNvSpPr>
            <a:spLocks noGrp="1"/>
          </p:cNvSpPr>
          <p:nvPr>
            <p:ph type="pic" idx="15"/>
          </p:nvPr>
        </p:nvSpPr>
        <p:spPr>
          <a:xfrm>
            <a:off x="488950" y="356848"/>
            <a:ext cx="7289800" cy="556895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10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848784" y="6147797"/>
            <a:ext cx="7289801" cy="66040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1800"/>
            </a:lvl1pPr>
            <a:lvl2pPr marL="0" indent="114300">
              <a:spcBef>
                <a:spcPts val="0"/>
              </a:spcBef>
              <a:buSzTx/>
              <a:buFontTx/>
              <a:buNone/>
              <a:defRPr sz="1800"/>
            </a:lvl2pPr>
            <a:lvl3pPr marL="0" indent="228600">
              <a:spcBef>
                <a:spcPts val="0"/>
              </a:spcBef>
              <a:buSzTx/>
              <a:buFontTx/>
              <a:buNone/>
              <a:defRPr sz="1800"/>
            </a:lvl3pPr>
            <a:lvl4pPr marL="0" indent="342900">
              <a:spcBef>
                <a:spcPts val="0"/>
              </a:spcBef>
              <a:buSzTx/>
              <a:buFontTx/>
              <a:buNone/>
              <a:defRPr sz="1800"/>
            </a:lvl4pPr>
            <a:lvl5pPr marL="0" indent="457200">
              <a:spcBef>
                <a:spcPts val="0"/>
              </a:spcBef>
              <a:buSzTx/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C208C1-CF3A-43F1-B89E-1788143D5D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621575"/>
      </p:ext>
    </p:extLst>
  </p:cSld>
  <p:clrMapOvr>
    <a:masterClrMapping/>
  </p:clrMapOvr>
  <p:transition spd="med"/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1193800" y="4476750"/>
            <a:ext cx="9810750" cy="37959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323850">
              <a:spcBef>
                <a:spcPts val="0"/>
              </a:spcBef>
              <a:buSzTx/>
              <a:buFontTx/>
              <a:buNone/>
              <a:defRPr sz="18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1193800" y="3000336"/>
            <a:ext cx="9810750" cy="533479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 defTabSz="323850">
              <a:spcBef>
                <a:spcPts val="1700"/>
              </a:spcBef>
              <a:buSzTx/>
              <a:buFontTx/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FE6699-BDEF-4CA2-9B80-9B6702B0A2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99915"/>
      </p:ext>
    </p:extLst>
  </p:cSld>
  <p:clrMapOvr>
    <a:masterClrMapping/>
  </p:clrMapOvr>
  <p:transition spd="med"/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70675"/>
      </p:ext>
    </p:extLst>
  </p:cSld>
  <p:clrMapOvr>
    <a:masterClrMapping/>
  </p:clrMapOvr>
  <p:transition spd="med"/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58806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Line"/>
          <p:cNvSpPr/>
          <p:nvPr/>
        </p:nvSpPr>
        <p:spPr>
          <a:xfrm>
            <a:off x="533400" y="1384300"/>
            <a:ext cx="4756306" cy="9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135" name="Image"/>
          <p:cNvSpPr>
            <a:spLocks noGrp="1"/>
          </p:cNvSpPr>
          <p:nvPr>
            <p:ph type="pic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136" name="Title Text"/>
          <p:cNvSpPr txBox="1">
            <a:spLocks noGrp="1"/>
          </p:cNvSpPr>
          <p:nvPr>
            <p:ph type="title"/>
          </p:nvPr>
        </p:nvSpPr>
        <p:spPr>
          <a:xfrm>
            <a:off x="533400" y="234950"/>
            <a:ext cx="4762500" cy="984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3400" y="1562100"/>
            <a:ext cx="4762500" cy="468630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2100"/>
              </a:spcBef>
              <a:defRPr sz="1800"/>
            </a:lvl1pPr>
            <a:lvl2pPr marL="457200" indent="-228600">
              <a:spcBef>
                <a:spcPts val="2100"/>
              </a:spcBef>
              <a:defRPr sz="1800"/>
            </a:lvl2pPr>
            <a:lvl3pPr marL="685800" indent="-228600">
              <a:spcBef>
                <a:spcPts val="2100"/>
              </a:spcBef>
              <a:defRPr sz="1800"/>
            </a:lvl3pPr>
            <a:lvl4pPr marL="914400" indent="-228600">
              <a:spcBef>
                <a:spcPts val="2100"/>
              </a:spcBef>
              <a:defRPr sz="1800"/>
            </a:lvl4pPr>
            <a:lvl5pPr marL="1143000" indent="-228600">
              <a:spcBef>
                <a:spcPts val="21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81830" y="6463205"/>
            <a:ext cx="243656" cy="241092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FA9856-2535-4FBE-87B5-51B781F31E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94640"/>
      </p:ext>
    </p:extLst>
  </p:cSld>
  <p:clrMapOvr>
    <a:masterClrMapping/>
  </p:clrMapOvr>
  <p:transition spd="med"/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797495"/>
      </p:ext>
    </p:extLst>
  </p:cSld>
  <p:clrMapOvr>
    <a:masterClrMapping/>
  </p:clrMapOvr>
  <p:transition spd="med"/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Line"/>
          <p:cNvSpPr/>
          <p:nvPr/>
        </p:nvSpPr>
        <p:spPr>
          <a:xfrm>
            <a:off x="533400" y="1384300"/>
            <a:ext cx="4756306" cy="9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156" name="Image"/>
          <p:cNvSpPr>
            <a:spLocks noGrp="1"/>
          </p:cNvSpPr>
          <p:nvPr>
            <p:ph type="pic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157" name="Title Text"/>
          <p:cNvSpPr txBox="1">
            <a:spLocks noGrp="1"/>
          </p:cNvSpPr>
          <p:nvPr>
            <p:ph type="title"/>
          </p:nvPr>
        </p:nvSpPr>
        <p:spPr>
          <a:xfrm>
            <a:off x="533400" y="234950"/>
            <a:ext cx="4762500" cy="984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3400" y="1562100"/>
            <a:ext cx="4762500" cy="468630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2100"/>
              </a:spcBef>
              <a:defRPr sz="1800"/>
            </a:lvl1pPr>
            <a:lvl2pPr marL="457200" indent="-228600">
              <a:spcBef>
                <a:spcPts val="2100"/>
              </a:spcBef>
              <a:defRPr sz="1800"/>
            </a:lvl2pPr>
            <a:lvl3pPr marL="685800" indent="-228600">
              <a:spcBef>
                <a:spcPts val="2100"/>
              </a:spcBef>
              <a:defRPr sz="1800"/>
            </a:lvl3pPr>
            <a:lvl4pPr marL="914400" indent="-228600">
              <a:spcBef>
                <a:spcPts val="2100"/>
              </a:spcBef>
              <a:defRPr sz="1800"/>
            </a:lvl4pPr>
            <a:lvl5pPr marL="1143000" indent="-228600">
              <a:spcBef>
                <a:spcPts val="21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78822" y="6439108"/>
            <a:ext cx="243656" cy="241092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609348"/>
      </p:ext>
    </p:extLst>
  </p:cSld>
  <p:clrMapOvr>
    <a:masterClrMapping/>
  </p:clrMapOvr>
  <p:transition spd="med"/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67A28-D9CD-B14B-9065-E6FA59CC39B1}" type="datetime1">
              <a:rPr lang="en-GB" smtClean="0"/>
              <a:t>10/05/2026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1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/>
          <p:cNvSpPr/>
          <p:nvPr/>
        </p:nvSpPr>
        <p:spPr>
          <a:xfrm>
            <a:off x="533400" y="1384300"/>
            <a:ext cx="11126349" cy="9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533400" y="234950"/>
            <a:ext cx="11118850" cy="984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533400" y="1562100"/>
            <a:ext cx="11118850" cy="468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48707" y="6439108"/>
            <a:ext cx="243656" cy="24109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>
              <a:defRPr sz="900"/>
            </a:lvl1pPr>
          </a:lstStyle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EB1488-890D-434D-890C-7C7C181637F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72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  <p:sldLayoutId id="2147483936" r:id="rId13"/>
    <p:sldLayoutId id="2147483937" r:id="rId14"/>
  </p:sldLayoutIdLst>
  <p:transition spd="med"/>
  <p:hf hdr="0" ftr="0" dt="0"/>
  <p:txStyles>
    <p:titleStyle>
      <a:lvl1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143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2286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3429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4572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5715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6858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8001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9144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17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1pPr>
      <a:lvl2pPr marL="635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2pPr>
      <a:lvl3pPr marL="952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3pPr>
      <a:lvl4pPr marL="1270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4pPr>
      <a:lvl5pPr marL="1587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5pPr>
      <a:lvl6pPr marL="1905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6pPr>
      <a:lvl7pPr marL="2222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7pPr>
      <a:lvl8pPr marL="2540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8pPr>
      <a:lvl9pPr marL="2857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143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2286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3429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4572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5715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6858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8001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9144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>
                <a:solidFill>
                  <a:srgbClr val="0070C0"/>
                </a:solidFill>
              </a:rPr>
              <a:t>Viva:</a:t>
            </a:r>
            <a:r>
              <a:rPr lang="en-US" sz="6600" b="1" dirty="0"/>
              <a:t>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sz="quarter" idx="1"/>
          </p:nvPr>
        </p:nvSpPr>
        <p:spPr>
          <a:xfrm>
            <a:off x="533400" y="3524249"/>
            <a:ext cx="11508346" cy="1672375"/>
          </a:xfrm>
        </p:spPr>
        <p:txBody>
          <a:bodyPr>
            <a:normAutofit/>
          </a:bodyPr>
          <a:lstStyle/>
          <a:p>
            <a:r>
              <a:rPr lang="en-US" sz="2400" dirty="0"/>
              <a:t>Student Name</a:t>
            </a:r>
          </a:p>
          <a:p>
            <a:r>
              <a:rPr lang="en-US" sz="2400" dirty="0"/>
              <a:t>Student Number</a:t>
            </a:r>
          </a:p>
          <a:p>
            <a:endParaRPr lang="en-US" sz="2400" dirty="0"/>
          </a:p>
          <a:p>
            <a:r>
              <a:rPr lang="en-US" sz="2400" dirty="0"/>
              <a:t>Supervisor Name</a:t>
            </a:r>
          </a:p>
        </p:txBody>
      </p:sp>
    </p:spTree>
    <p:extLst>
      <p:ext uri="{BB962C8B-B14F-4D97-AF65-F5344CB8AC3E}">
        <p14:creationId xmlns:p14="http://schemas.microsoft.com/office/powerpoint/2010/main" val="39862785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Project 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What problem are you trying to solve?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669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993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 of the work achieved: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13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 of the demo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/>
              <a:t>Next:</a:t>
            </a:r>
          </a:p>
          <a:p>
            <a:pPr lvl="1">
              <a:buFont typeface="Courier New"/>
              <a:buChar char="o"/>
            </a:pPr>
            <a:r>
              <a:rPr lang="en-US" dirty="0"/>
              <a:t>I will be showing you my demo</a:t>
            </a:r>
          </a:p>
          <a:p>
            <a:pPr lvl="1">
              <a:buFont typeface="Courier New"/>
              <a:buChar char="o"/>
            </a:pPr>
            <a:r>
              <a:rPr lang="en-US" dirty="0"/>
              <a:t>I will demonstrate what is working and what is not working</a:t>
            </a:r>
          </a:p>
          <a:p>
            <a:pPr lvl="1">
              <a:buFont typeface="Courier New"/>
              <a:buChar char="o"/>
            </a:pPr>
            <a:r>
              <a:rPr lang="en-US" dirty="0"/>
              <a:t>I will reflect on what areas for improvements I plan to 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65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Harvard Approach – please refer to lesson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414255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Welcoming Message CN6103</Template>
  <TotalTime>4303</TotalTime>
  <Words>80</Words>
  <Application>Microsoft Macintosh PowerPoint</Application>
  <PresentationFormat>Widescreen</PresentationFormat>
  <Paragraphs>22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Courier New</vt:lpstr>
      <vt:lpstr>Helvetica Neue</vt:lpstr>
      <vt:lpstr>ModernPortfolio</vt:lpstr>
      <vt:lpstr>Viva: Project Title</vt:lpstr>
      <vt:lpstr>Project Aims</vt:lpstr>
      <vt:lpstr>Project Objectives</vt:lpstr>
      <vt:lpstr>Summary of the work achieved:</vt:lpstr>
      <vt:lpstr>Outline of the demo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Usman Naeem</dc:creator>
  <cp:lastModifiedBy>Jasmi Preethi ALASAPURI</cp:lastModifiedBy>
  <cp:revision>18</cp:revision>
  <dcterms:created xsi:type="dcterms:W3CDTF">2015-11-09T21:30:07Z</dcterms:created>
  <dcterms:modified xsi:type="dcterms:W3CDTF">2026-05-13T17:59:51Z</dcterms:modified>
</cp:coreProperties>
</file>